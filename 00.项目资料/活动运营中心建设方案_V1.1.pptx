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58" r:id="rId7"/>
    <p:sldId id="260" r:id="rId8"/>
    <p:sldId id="261" r:id="rId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运营侧核心功能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面向运营人员的后台管理能力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2651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39903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80160" y="143560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活动管理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活动创建、编辑、分类、发布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530" y="2423160"/>
            <a:ext cx="750570" cy="255905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创建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4475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4475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编辑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26771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6771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分类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444752" y="2724785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44752" y="2724785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发布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91840" y="128905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123444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56432" y="139903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</a:rPr>
              <a:t>02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114800" y="143560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报名审核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56432" y="1947672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审核用户报名信息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5643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审核通过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7939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7939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审核驳回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0235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0235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批量审核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123444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1234440"/>
            <a:ext cx="2651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91072" y="139903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</a:rPr>
              <a:t>03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949440" y="143560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热门活动配置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1072" y="1947672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首页Banner、热门活动、专区运营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9107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9107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Banner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1403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1403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热门推荐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936992" y="242316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36992" y="242316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专区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310896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3108960"/>
            <a:ext cx="26517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" y="327355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C7293"/>
                </a:solidFill>
              </a:rPr>
              <a:t>04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1280160" y="331012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活动签到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21792" y="3822192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微信扫码签到 / H5签到 / 签到统计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79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微信扫码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44475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44475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H5签到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26771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1C7293">
              <a:alpha val="12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6771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7293"/>
                </a:solidFill>
              </a:rPr>
              <a:t>实时统计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1840" y="310896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291840" y="3108960"/>
            <a:ext cx="2651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56432" y="3273552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</a:rPr>
              <a:t>05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4114800" y="331012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数据统计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3456432" y="3822192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活动参与人数、签到率、活动热度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45643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5643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参与人数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7939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7939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签到率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102352" y="4297680"/>
            <a:ext cx="749808" cy="256032"/>
          </a:xfrm>
          <a:prstGeom prst="roundRect">
            <a:avLst>
              <a:gd name="adj" fmla="val 14286"/>
            </a:avLst>
          </a:prstGeom>
          <a:solidFill>
            <a:srgbClr val="065A82">
              <a:alpha val="12000"/>
            </a:srgbClr>
          </a:solidFill>
          <a:ln w="6350">
            <a:solidFill>
              <a:srgbClr val="06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102352" y="4297680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65A82"/>
                </a:solidFill>
              </a:rPr>
              <a:t>热度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0" y="5029200"/>
            <a:ext cx="9144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用户侧活动专区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面向用户的活动门户体验能力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173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🔥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325880" y="15087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今日热门活动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活动推荐与热门活动展示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23444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📋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160520" y="15087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全部活动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21488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按分类、状态、时间筛选活动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23444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4173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🎓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995160" y="150876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培训专区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1488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培训类活动自动聚合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10896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291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📌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325880" y="338328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我的活动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" y="402336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已报名 / 待签到 / 已签到 / 活动记录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91840" y="310896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10896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291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📖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160520" y="338328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活动详情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0440" y="402336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查看活动信息并完成报名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3108960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3108960"/>
            <a:ext cx="73152" cy="1691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291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995160" y="3383280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H5扫码签到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402336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现场扫码快速签到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5029200"/>
            <a:ext cx="9144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运营侧管理路径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活动全生命周期的运营管理闭环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371600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37160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3533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创建活动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609344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录入活动基础信息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240280" y="1892808"/>
            <a:ext cx="2743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1371600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137160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13533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配置内容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1609344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设置时间地点规则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039112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2130552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3055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211226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提交审核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2368296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发起审核流程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40280" y="2651760"/>
            <a:ext cx="2743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0" y="2039112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81728" y="2130552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81728" y="2130552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2080" y="211226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审核发布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2368296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合规性审核通过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2798064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" y="2889504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2889504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7280" y="287121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门户展示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31272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活动上线展示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40280" y="3410712"/>
            <a:ext cx="2743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2798064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81728" y="2889504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81728" y="2889504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2080" y="287121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用户报名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12080" y="31272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用户在线报名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3557016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66928" y="3648456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3648456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07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97280" y="363016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报名审核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097280" y="388620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审核用户资质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240280" y="4169664"/>
            <a:ext cx="2743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↓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0" y="3557016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81728" y="3648456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81728" y="3648456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08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2080" y="363016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活动签到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212080" y="388620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现场扫码核验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4315968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66928" y="4407408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40740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09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97280" y="43891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统计分析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097280" y="46451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数据采集分析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72000" y="4315968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681728" y="4407408"/>
            <a:ext cx="41148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81728" y="4407408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</a:rPr>
              <a:t>10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212080" y="438912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精彩回顾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212080" y="4645152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内容整理发布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206240" y="2377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覆盖活动全生命周期运营管理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用户参与路径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从浏览活动到参与完成的全流程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4028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门户活动专区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4028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浏览活动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92708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202436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02436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查看活动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02436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了解详情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071116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80844" y="1417320"/>
            <a:ext cx="868680" cy="594360"/>
          </a:xfrm>
          <a:prstGeom prst="rect">
            <a:avLst/>
          </a:prstGeom>
          <a:solidFill>
            <a:srgbClr val="00A8E8"/>
          </a:solidFill>
          <a:ln w="6350">
            <a:solidFill>
              <a:srgbClr val="00A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180844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立即报名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80844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提交申请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049524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9252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159252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运营审核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59252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等待确认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027932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37660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37660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审核通过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37660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获得资格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06340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116068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116068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活动开始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16068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现场参与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84748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94476" y="1417320"/>
            <a:ext cx="868680" cy="594360"/>
          </a:xfrm>
          <a:prstGeom prst="rect">
            <a:avLst/>
          </a:prstGeom>
          <a:solidFill>
            <a:srgbClr val="00A8E8"/>
          </a:solidFill>
          <a:ln w="6350">
            <a:solidFill>
              <a:srgbClr val="00A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94476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扫码签到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94476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核验身份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963156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72884" y="1417320"/>
            <a:ext cx="8686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072884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完成参与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072884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活动结束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941564" y="1554480"/>
            <a:ext cx="109728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E8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51292" y="1417320"/>
            <a:ext cx="868680" cy="594360"/>
          </a:xfrm>
          <a:prstGeom prst="rect">
            <a:avLst/>
          </a:prstGeom>
          <a:solidFill>
            <a:srgbClr val="00A8E8"/>
          </a:solidFill>
          <a:ln w="6350">
            <a:solidFill>
              <a:srgbClr val="00A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051292" y="1490472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精彩回顾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1292" y="174650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ADCFC"/>
                </a:solidFill>
              </a:rPr>
              <a:t>内容沉淀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371600" y="2286000"/>
            <a:ext cx="64008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23591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关键节点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508760" y="254203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Key Milestones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291840" y="2542032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54203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报名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846320" y="2542032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6320" y="254203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签到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400800" y="2542032"/>
            <a:ext cx="1280160" cy="365760"/>
          </a:xfrm>
          <a:prstGeom prst="roundRect">
            <a:avLst>
              <a:gd name="adj" fmla="val 12500"/>
            </a:avLst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254203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回顾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57200" y="3246120"/>
            <a:ext cx="73152" cy="169164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3337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参与路径说明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77240" y="3749040"/>
            <a:ext cx="274320" cy="27432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3749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143000" y="37307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从门户活动专区入口浏览活动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429000" y="3749040"/>
            <a:ext cx="274320" cy="27432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29000" y="3749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3794760" y="37307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选择活动查看详情并提交报名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080760" y="3749040"/>
            <a:ext cx="274320" cy="27432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0760" y="3749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446520" y="37307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运营审核通过获得参与资格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143000" y="4233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现场扫码或H5页面完成签到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429000" y="4251960"/>
            <a:ext cx="274320" cy="27432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29000" y="42519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3794760" y="4233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活动结束查看精彩回顾内容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5029200"/>
            <a:ext cx="91440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功能架构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运营侧与用户侧的整体功能布局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0" y="1838325"/>
            <a:ext cx="1463040" cy="2759075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737360"/>
            <a:ext cx="1463040" cy="2874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活动运营平台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运营侧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48132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Backend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3736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活动管理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892808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121408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2140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活动分类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2276856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05456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0545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活动审核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2660904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889504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89504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报名审核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0" y="3044952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73552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活动签到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3429000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657600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657600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热门活动配置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3813048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4041648"/>
            <a:ext cx="2103120" cy="31089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04164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活动统计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60320" y="4197096"/>
            <a:ext cx="1280160" cy="0"/>
          </a:xfrm>
          <a:prstGeom prst="line">
            <a:avLst/>
          </a:prstGeom>
          <a:noFill/>
          <a:ln w="1524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425696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精彩回顾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12344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</a:rPr>
              <a:t>用户侧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0" y="148132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Portal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583680" y="171767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171767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活动专区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03520" y="187312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0" y="212915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212915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全部活动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03520" y="228460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0" y="254063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254063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培训专区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03520" y="269608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583680" y="295211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295211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我的活动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03520" y="310756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83680" y="336359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36359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活动报名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303520" y="351904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83680" y="377507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377507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活动签到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303520" y="393052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83680" y="4186555"/>
            <a:ext cx="2103120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4186555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精彩回顾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03520" y="4342003"/>
            <a:ext cx="128016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solidFill>
            <a:srgbClr val="065A82">
              <a:alpha val="1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65A82"/>
                </a:solidFill>
              </a:rPr>
              <a:t>活动运营中心</a:t>
            </a:r>
            <a:r>
              <a:rPr lang="en-US" sz="1100" b="1" dirty="0">
                <a:solidFill>
                  <a:srgbClr val="065A82"/>
                </a:solidFill>
              </a:rPr>
              <a:t>平台，两端用户协同——构建完整活动运营生态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系统设计演示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运营后台与门户界面设计预览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57200" cy="36576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54864" cy="274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运营管理后台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54864" cy="274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2801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</a:rPr>
              <a:t>门户活动专区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457200" y="1774190"/>
            <a:ext cx="3144520" cy="347345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7200" y="1774190"/>
            <a:ext cx="3175000" cy="3473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FFFFFF"/>
                </a:solidFill>
              </a:rPr>
              <a:t>运营管理后台</a:t>
            </a:r>
            <a:r>
              <a:rPr lang="en-US" sz="1100" dirty="0">
                <a:solidFill>
                  <a:srgbClr val="FFFFFF"/>
                </a:solidFill>
              </a:rPr>
              <a:t>演示链接：https://xxxxxx  </a:t>
            </a:r>
            <a:endParaRPr lang="en-US" sz="1100" dirty="0"/>
          </a:p>
        </p:txBody>
      </p:sp>
      <p:sp>
        <p:nvSpPr>
          <p:cNvPr id="84" name="Shape 79"/>
          <p:cNvSpPr/>
          <p:nvPr/>
        </p:nvSpPr>
        <p:spPr>
          <a:xfrm>
            <a:off x="4709160" y="1708785"/>
            <a:ext cx="3144520" cy="347345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457200" y="2926715"/>
            <a:ext cx="3144520" cy="347345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</p:sp>
      <p:sp>
        <p:nvSpPr>
          <p:cNvPr id="88" name="Shape 3"/>
          <p:cNvSpPr/>
          <p:nvPr/>
        </p:nvSpPr>
        <p:spPr>
          <a:xfrm>
            <a:off x="457200" y="2515235"/>
            <a:ext cx="54864" cy="274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9" name="Text 4"/>
          <p:cNvSpPr/>
          <p:nvPr/>
        </p:nvSpPr>
        <p:spPr>
          <a:xfrm>
            <a:off x="594360" y="2515235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H5</a:t>
            </a:r>
            <a:r>
              <a:rPr lang="zh-CN" altLang="en-US" sz="1200" dirty="0"/>
              <a:t>签到</a:t>
            </a:r>
            <a:r>
              <a:rPr lang="zh-CN" altLang="en-US" sz="1200" dirty="0"/>
              <a:t>页面</a:t>
            </a:r>
            <a:endParaRPr lang="zh-CN" altLang="en-US" sz="1200" dirty="0"/>
          </a:p>
        </p:txBody>
      </p:sp>
      <p:sp>
        <p:nvSpPr>
          <p:cNvPr id="90" name="Text 80"/>
          <p:cNvSpPr/>
          <p:nvPr/>
        </p:nvSpPr>
        <p:spPr>
          <a:xfrm>
            <a:off x="457200" y="2926715"/>
            <a:ext cx="3457575" cy="3473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FFFFFF"/>
                </a:solidFill>
              </a:rPr>
              <a:t>运营管理后台</a:t>
            </a:r>
            <a:r>
              <a:rPr lang="en-US" sz="1100" dirty="0">
                <a:solidFill>
                  <a:srgbClr val="FFFFFF"/>
                </a:solidFill>
              </a:rPr>
              <a:t>演示链接：https://xxxxxx  </a:t>
            </a:r>
            <a:endParaRPr lang="en-US" sz="1100" dirty="0"/>
          </a:p>
        </p:txBody>
      </p:sp>
      <p:sp>
        <p:nvSpPr>
          <p:cNvPr id="91" name="Text 80"/>
          <p:cNvSpPr/>
          <p:nvPr/>
        </p:nvSpPr>
        <p:spPr>
          <a:xfrm>
            <a:off x="4709160" y="1708785"/>
            <a:ext cx="3457575" cy="3473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FFFFFF"/>
                </a:solidFill>
              </a:rPr>
              <a:t>运营管理后台</a:t>
            </a:r>
            <a:r>
              <a:rPr lang="en-US" sz="1100" dirty="0">
                <a:solidFill>
                  <a:srgbClr val="FFFFFF"/>
                </a:solidFill>
              </a:rPr>
              <a:t>演示链接：https://xxxxxx  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926</Words>
  <Application>WPS 文字</Application>
  <PresentationFormat>On-screen Show (16:9)</PresentationFormat>
  <Paragraphs>330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0" baseType="lpstr">
      <vt:lpstr>Arial</vt:lpstr>
      <vt:lpstr>宋体</vt:lpstr>
      <vt:lpstr>Wingdings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等线</vt:lpstr>
      <vt:lpstr>汉仪中等线KW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活动运营中心建设方案 V1.1</dc:title>
  <dc:creator>公共数据授权运营项目组</dc:creator>
  <dc:subject>PptxGenJS Presentation</dc:subject>
  <cp:lastModifiedBy>KIRA</cp:lastModifiedBy>
  <cp:revision>4</cp:revision>
  <dcterms:created xsi:type="dcterms:W3CDTF">2026-06-26T06:17:18Z</dcterms:created>
  <dcterms:modified xsi:type="dcterms:W3CDTF">2026-06-26T06:17:18Z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E69DD5BE42ECEC3BF6953C6AED05B32D_42</vt:lpwstr>
  </property>
</Properties>
</file>